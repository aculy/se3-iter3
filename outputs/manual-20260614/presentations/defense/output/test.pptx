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ead626c771490c" /><Relationship Type="http://schemas.openxmlformats.org/officeDocument/2006/relationships/extended-properties" Target="/docProps/app.xml" Id="Rc3c29bbda342456f" /><Relationship Type="http://schemas.openxmlformats.org/officeDocument/2006/relationships/officeDocument" Target="/ppt/presentation.xml" Id="R37cfd6241d5f42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88f1973de94be7"/>
  </p:sldMasterIdLst>
  <p:notesMasterIdLst>
    <p:notesMasterId xmlns:r="http://schemas.openxmlformats.org/officeDocument/2006/relationships" r:id="R471de7b69ff04df8"/>
  </p:notesMasterIdLst>
  <p:sldIdLst>
    <p:sldId xmlns:r="http://schemas.openxmlformats.org/officeDocument/2006/relationships" id="256" r:id="R41e2840efd42424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50fcbb9d524afe" /><Relationship Type="http://schemas.openxmlformats.org/officeDocument/2006/relationships/slideMaster" Target="/ppt/slideMasters/slideMaster1.xml" Id="R2388f1973de94be7" /><Relationship Type="http://schemas.openxmlformats.org/officeDocument/2006/relationships/notesMaster" Target="/ppt/notesMasters/notesMaster1.xml" Id="R471de7b69ff04df8" /><Relationship Type="http://schemas.openxmlformats.org/officeDocument/2006/relationships/presProps" Target="/ppt/presProps.xml" Id="R54d9d2d094364057" /><Relationship Type="http://schemas.openxmlformats.org/officeDocument/2006/relationships/viewProps" Target="/ppt/viewProps.xml" Id="R5cd13724fd484805" /><Relationship Type="http://schemas.openxmlformats.org/officeDocument/2006/relationships/tableStyles" Target="/ppt/tableStyles.xml" Id="R0680f52037324428" /><Relationship Type="http://schemas.openxmlformats.org/officeDocument/2006/relationships/slide" Target="/ppt/slides/slide1.xml" Id="R41e2840efd4242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bb8a706fed41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70b02501004d97" /><Relationship Type="http://schemas.openxmlformats.org/officeDocument/2006/relationships/notesMaster" Target="/ppt/notesMasters/notesMaster1.xml" Id="R48b0c99871d647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0daf2860f84e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a6efc60bce4761" /><Relationship Type="http://schemas.openxmlformats.org/officeDocument/2006/relationships/slideLayout" Target="/ppt/slideLayouts/slideLayout1.xml" Id="R6af0c15ccf2c42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f0c15ccf2c42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4e3733e144685" /><Relationship Type="http://schemas.openxmlformats.org/officeDocument/2006/relationships/notesSlide" Target="/ppt/notesSlides/notesSlide1.xml" Id="Ra3b1650a941f4d1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643D43-2CD8-45F8-9C11-650F049D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10013295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2026-06-13T20:56:26.3360000Z</dcterms:created>
  <dcterms:modified xsi:type="dcterms:W3CDTF">2026-06-13T20:56:26.3360000Z</dcterms:modified>
</coreProperties>
</file>