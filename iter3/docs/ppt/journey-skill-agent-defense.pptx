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2e2e6c25454f2a" /><Relationship Type="http://schemas.openxmlformats.org/officeDocument/2006/relationships/extended-properties" Target="/docProps/app.xml" Id="R4e2a18e0918741e9" /><Relationship Type="http://schemas.openxmlformats.org/officeDocument/2006/relationships/officeDocument" Target="/ppt/presentation.xml" Id="Raca584151c574e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33bf60d168431c"/>
  </p:sldMasterIdLst>
  <p:notesMasterIdLst>
    <p:notesMasterId xmlns:r="http://schemas.openxmlformats.org/officeDocument/2006/relationships" r:id="Rcc033c15d2094c8b"/>
  </p:notesMasterIdLst>
  <p:sldIdLst>
    <p:sldId xmlns:r="http://schemas.openxmlformats.org/officeDocument/2006/relationships" id="256" r:id="Redd21411dbd64f6d"/>
    <p:sldId xmlns:r="http://schemas.openxmlformats.org/officeDocument/2006/relationships" id="257" r:id="R2deaa7129999439e"/>
    <p:sldId xmlns:r="http://schemas.openxmlformats.org/officeDocument/2006/relationships" id="258" r:id="R8b153b044d604fbf"/>
    <p:sldId xmlns:r="http://schemas.openxmlformats.org/officeDocument/2006/relationships" id="259" r:id="Rdd16760e68774fc4"/>
    <p:sldId xmlns:r="http://schemas.openxmlformats.org/officeDocument/2006/relationships" id="260" r:id="R103b5413ff154140"/>
    <p:sldId xmlns:r="http://schemas.openxmlformats.org/officeDocument/2006/relationships" id="261" r:id="R94f4d92497944044"/>
    <p:sldId xmlns:r="http://schemas.openxmlformats.org/officeDocument/2006/relationships" id="262" r:id="Ra8330a954b974890"/>
    <p:sldId xmlns:r="http://schemas.openxmlformats.org/officeDocument/2006/relationships" id="263" r:id="Rad2e61e81e0b43c4"/>
    <p:sldId xmlns:r="http://schemas.openxmlformats.org/officeDocument/2006/relationships" id="264" r:id="Rbdfda558b8714a96"/>
    <p:sldId xmlns:r="http://schemas.openxmlformats.org/officeDocument/2006/relationships" id="265" r:id="Rdf68ad18e64648ed"/>
    <p:sldId xmlns:r="http://schemas.openxmlformats.org/officeDocument/2006/relationships" id="266" r:id="R305e28961bdd4105"/>
    <p:sldId xmlns:r="http://schemas.openxmlformats.org/officeDocument/2006/relationships" id="267" r:id="Ra825d19dcc8e458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9a23376d394451" /><Relationship Type="http://schemas.openxmlformats.org/officeDocument/2006/relationships/slideMaster" Target="/ppt/slideMasters/slideMaster1.xml" Id="R6f33bf60d168431c" /><Relationship Type="http://schemas.openxmlformats.org/officeDocument/2006/relationships/notesMaster" Target="/ppt/notesMasters/notesMaster1.xml" Id="Rcc033c15d2094c8b" /><Relationship Type="http://schemas.openxmlformats.org/officeDocument/2006/relationships/presProps" Target="/ppt/presProps.xml" Id="Rc0d2cd61fc77436c" /><Relationship Type="http://schemas.openxmlformats.org/officeDocument/2006/relationships/viewProps" Target="/ppt/viewProps.xml" Id="R0ad4eb32060a4c32" /><Relationship Type="http://schemas.openxmlformats.org/officeDocument/2006/relationships/tableStyles" Target="/ppt/tableStyles.xml" Id="R6c0b50282d9849c4" /><Relationship Type="http://schemas.openxmlformats.org/officeDocument/2006/relationships/slide" Target="/ppt/slides/slide1.xml" Id="Redd21411dbd64f6d" /><Relationship Type="http://schemas.openxmlformats.org/officeDocument/2006/relationships/slide" Target="/ppt/slides/slide2.xml" Id="R2deaa7129999439e" /><Relationship Type="http://schemas.openxmlformats.org/officeDocument/2006/relationships/slide" Target="/ppt/slides/slide3.xml" Id="R8b153b044d604fbf" /><Relationship Type="http://schemas.openxmlformats.org/officeDocument/2006/relationships/slide" Target="/ppt/slides/slide4.xml" Id="Rdd16760e68774fc4" /><Relationship Type="http://schemas.openxmlformats.org/officeDocument/2006/relationships/slide" Target="/ppt/slides/slide5.xml" Id="R103b5413ff154140" /><Relationship Type="http://schemas.openxmlformats.org/officeDocument/2006/relationships/slide" Target="/ppt/slides/slide6.xml" Id="R94f4d92497944044" /><Relationship Type="http://schemas.openxmlformats.org/officeDocument/2006/relationships/slide" Target="/ppt/slides/slide7.xml" Id="Ra8330a954b974890" /><Relationship Type="http://schemas.openxmlformats.org/officeDocument/2006/relationships/slide" Target="/ppt/slides/slide8.xml" Id="Rad2e61e81e0b43c4" /><Relationship Type="http://schemas.openxmlformats.org/officeDocument/2006/relationships/slide" Target="/ppt/slides/slide9.xml" Id="Rbdfda558b8714a96" /><Relationship Type="http://schemas.openxmlformats.org/officeDocument/2006/relationships/slide" Target="/ppt/slides/slide10.xml" Id="Rdf68ad18e64648ed" /><Relationship Type="http://schemas.openxmlformats.org/officeDocument/2006/relationships/slide" Target="/ppt/slides/slide11.xml" Id="R305e28961bdd4105" /><Relationship Type="http://schemas.openxmlformats.org/officeDocument/2006/relationships/slide" Target="/ppt/slides/slide12.xml" Id="Ra825d19dcc8e45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8fc1d4c35145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f4e57930bc431d" /><Relationship Type="http://schemas.openxmlformats.org/officeDocument/2006/relationships/notesMaster" Target="/ppt/notesMasters/notesMaster1.xml" Id="R3e369896123544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116266a179451c" /><Relationship Type="http://schemas.openxmlformats.org/officeDocument/2006/relationships/notesMaster" Target="/ppt/notesMasters/notesMaster1.xml" Id="Rd96495a4dbcf46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e6d867a16143b3" /><Relationship Type="http://schemas.openxmlformats.org/officeDocument/2006/relationships/notesMaster" Target="/ppt/notesMasters/notesMaster1.xml" Id="R9039d12e91754f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4e227107604c56" /><Relationship Type="http://schemas.openxmlformats.org/officeDocument/2006/relationships/notesMaster" Target="/ppt/notesMasters/notesMaster1.xml" Id="Rd64874eff0e44a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8f5198a68a4cb1" /><Relationship Type="http://schemas.openxmlformats.org/officeDocument/2006/relationships/notesMaster" Target="/ppt/notesMasters/notesMaster1.xml" Id="Rc3f5fb0fa85b44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ff020281314fbe" /><Relationship Type="http://schemas.openxmlformats.org/officeDocument/2006/relationships/notesMaster" Target="/ppt/notesMasters/notesMaster1.xml" Id="R8cb59159293248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e8744dd6764f90" /><Relationship Type="http://schemas.openxmlformats.org/officeDocument/2006/relationships/notesMaster" Target="/ppt/notesMasters/notesMaster1.xml" Id="Rc517b85d7aee42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b2cf13789b434a" /><Relationship Type="http://schemas.openxmlformats.org/officeDocument/2006/relationships/notesMaster" Target="/ppt/notesMasters/notesMaster1.xml" Id="R42e6161f05d843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017ca185fd431e" /><Relationship Type="http://schemas.openxmlformats.org/officeDocument/2006/relationships/notesMaster" Target="/ppt/notesMasters/notesMaster1.xml" Id="R3941a0c2432641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f048d632854c60" /><Relationship Type="http://schemas.openxmlformats.org/officeDocument/2006/relationships/notesMaster" Target="/ppt/notesMasters/notesMaster1.xml" Id="R132f1cc97cdb42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be0c007e6a42f0" /><Relationship Type="http://schemas.openxmlformats.org/officeDocument/2006/relationships/notesMaster" Target="/ppt/notesMasters/notesMaster1.xml" Id="R9c18fff93b3f4d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a7cc74f4d6403a" /><Relationship Type="http://schemas.openxmlformats.org/officeDocument/2006/relationships/notesMaster" Target="/ppt/notesMasters/notesMaster1.xml" Id="R90204da0943043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446d4962e49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dafdfb9c7f4a94" /><Relationship Type="http://schemas.openxmlformats.org/officeDocument/2006/relationships/slideLayout" Target="/ppt/slideLayouts/slideLayout1.xml" Id="R0d49559be6574f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49559be6574f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4143d429b489f" /><Relationship Type="http://schemas.openxmlformats.org/officeDocument/2006/relationships/notesSlide" Target="/ppt/notesSlides/notesSlide1.xml" Id="Rfe6905b16f954a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04e18bc414deb" /><Relationship Type="http://schemas.openxmlformats.org/officeDocument/2006/relationships/notesSlide" Target="/ppt/notesSlides/notesSlide2.xml" Id="Rd5205fcb2d6441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8993396d9499b" /><Relationship Type="http://schemas.openxmlformats.org/officeDocument/2006/relationships/notesSlide" Target="/ppt/notesSlides/notesSlide3.xml" Id="R8a9c2f88647c43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d89ecb10c4de7" /><Relationship Type="http://schemas.openxmlformats.org/officeDocument/2006/relationships/notesSlide" Target="/ppt/notesSlides/notesSlide4.xml" Id="R06ab7a9e12c248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ef646ba4041a0" /><Relationship Type="http://schemas.openxmlformats.org/officeDocument/2006/relationships/notesSlide" Target="/ppt/notesSlides/notesSlide5.xml" Id="R7588253943d349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1a5fb462a4d58" /><Relationship Type="http://schemas.openxmlformats.org/officeDocument/2006/relationships/notesSlide" Target="/ppt/notesSlides/notesSlide6.xml" Id="R57ab7dde53ad45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a5cb5508f4a02" /><Relationship Type="http://schemas.openxmlformats.org/officeDocument/2006/relationships/notesSlide" Target="/ppt/notesSlides/notesSlide7.xml" Id="R37c30c1241d94a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ed0a6bf1c4157" /><Relationship Type="http://schemas.openxmlformats.org/officeDocument/2006/relationships/notesSlide" Target="/ppt/notesSlides/notesSlide8.xml" Id="R278ec4b1e96742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1453f92394cf3" /><Relationship Type="http://schemas.openxmlformats.org/officeDocument/2006/relationships/notesSlide" Target="/ppt/notesSlides/notesSlide9.xml" Id="R26197754152e4a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7f076e7f54267" /><Relationship Type="http://schemas.openxmlformats.org/officeDocument/2006/relationships/notesSlide" Target="/ppt/notesSlides/notesSlide10.xml" Id="R107d3364417045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e90faa4fa4978" /><Relationship Type="http://schemas.openxmlformats.org/officeDocument/2006/relationships/notesSlide" Target="/ppt/notesSlides/notesSlide11.xml" Id="R65518bac1b7344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7565f987049fa" /><Relationship Type="http://schemas.openxmlformats.org/officeDocument/2006/relationships/notesSlide" Target="/ppt/notesSlides/notesSlide12.xml" Id="Rcad4845ae3c44de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510009-F4EE-4CC8-B4F9-FC9F009D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BA2AF-2B5F-46B6-BF0D-75E1567E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29EB5-2DAF-4835-8852-D6C0B708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7D278-0D61-462D-A61C-2CAB82A6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00497-2CD1-4ED2-BC16-2D22AD8B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6015C-7E10-46C2-921E-96B94396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旅行风格 Skill 分享平台与多 Agent 行程规划工作台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9BE7E-8F78-4484-9E76-C8FD3F67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00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</a:t>
            </a:r>
          </a:p>
          <a:p xmlns:a="http://schemas.openxmlformats.org/drawingml/2006/main">
            <a:r>
              <a:t>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A9519-6A2D-415E-92D1-CAF77274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A6C53-B1D1-4563-B645-D34816D1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A55DB-1BD5-4E4D-800B-73294596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迭代三完整产物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DEE20-EBB2-4FAF-A23D-D3B91309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E63B5-D756-45C9-849D-2B20BC8D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TypeScript 全栈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D4BA75-92E6-4608-B871-37CCBF44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6BFC7-83D3-4941-9B4B-557CE88A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 + Agent 协作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D4443-05D8-4A0F-8B1B-42269ECC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66F8AE-AC59-4F50-B839-C3AEC541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1/12</a:t>
            </a:r>
          </a:p>
        </p:txBody>
      </p:sp>
    </p:spTree>
    <p:extLst>
      <p:ext uri="{BB962C8B-B14F-4D97-AF65-F5344CB8AC3E}">
        <p14:creationId xmlns:p14="http://schemas.microsoft.com/office/powerpoint/2010/main" val="2319271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C12DEB-8ACA-4E5A-B166-D9CF4833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098BD-952A-427A-B073-DB828EFC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FD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E374A-BD85-4DF8-8764-FAB0555D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22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5D8DF-4A67-423A-A4AE-0D2E4E3D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96414-E979-4963-B044-1A89D015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 Agent Demo 到可运行产品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29AC2-BE20-417C-8FE6-A731B4DA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对齐任务 PDF 的代码、文档、优化和答辩要求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B579A-E9A3-4F28-9997-FF7A659A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DEF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159FE-68EF-4AF9-93BE-D44F7825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1C705-D41C-4FEA-85B9-6C665777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D1964-B67F-4929-85A6-85F51583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完整可运行代码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03C2F-BFA7-42B6-BA0D-68F69362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A244D-A27D-4693-84AA-95C56FF4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需求分析、详细设计、会议记录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8ACE8-387C-46CD-B18F-986FC2F2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406DD-6AE8-4559-A033-40E3F78D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优化过程与评估数据集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6A40E-0BC0-4B55-BE1D-A4A429D6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63A7FD-26B2-41AA-8B72-432FE49A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 PPT 与演示路径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20567-37A7-48E6-AE50-41D787B9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A20B88-4F3E-4836-9992-BC97B6F0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2/12</a:t>
            </a:r>
          </a:p>
        </p:txBody>
      </p:sp>
    </p:spTree>
    <p:extLst>
      <p:ext uri="{BB962C8B-B14F-4D97-AF65-F5344CB8AC3E}">
        <p14:creationId xmlns:p14="http://schemas.microsoft.com/office/powerpoint/2010/main" val="3992297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E351BD-5F08-4724-A5E8-95961589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09393-C34F-4937-AB26-0123551A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0FA08-B72A-402C-A7A0-58A85A96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076D5-610D-4592-8230-D91D0DEA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3B48E-D6A3-4D4A-B5EF-B7A9D907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旅行规划不是一段 Markdown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DEED1-C77F-4773-824B-6FB5C722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它包含日期、地点、路线、预算、交通和风格约束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BB0B6-7438-404A-B576-28A9CD0C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00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D6558-8894-4E0D-B4A7-FDF82E00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45995-13B7-4A5E-8FC1-A182E5AE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C5609-48F3-42DC-B023-DF211214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用户需要继续手动调整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F9695-3FAD-4551-BE2F-96CA57F8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AE881-16C0-474F-865A-49D7A1D1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结果需要落到可编辑画布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4E399-9397-42B8-8F6F-D93FC722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A412A-0956-4114-85D4-37397257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风格偏好需要沉淀、分享和复用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451ED-85FB-4AE2-A157-2C8B73E1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5CE1A-2011-4064-A762-CADBDEB8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3/12</a:t>
            </a:r>
          </a:p>
        </p:txBody>
      </p:sp>
    </p:spTree>
    <p:extLst>
      <p:ext uri="{BB962C8B-B14F-4D97-AF65-F5344CB8AC3E}">
        <p14:creationId xmlns:p14="http://schemas.microsoft.com/office/powerpoint/2010/main" val="10424159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76C325-B7B5-46F3-9BE9-AABA34A6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97722-7D93-40ED-8302-DBAB9D9A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ED0E2-6992-41B8-8165-83448FA2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22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8E3A0-5496-4B07-B996-1A0EDACE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51E8E-6CE6-4BBB-8CF6-7702BB72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产品闭环围绕 Skill 沉淀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08BDA-071B-45E8-917D-E0F1B6F2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规划 -&gt; 提取 -&gt; 发布 -&gt; 导入 -&gt; 再规划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C30F9-BA40-407C-9072-0FBF9665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DEF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F72F5-7A24-4727-A5D6-3DD287D7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2B186-A8C5-46D9-ABB7-EFD9FBA3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8A8CB-3386-4E48-8257-2C85F6E3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用户创建或修改行程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EB089-EC03-48FB-B37C-4585138A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AB986-2DBD-4B7E-A631-8B1D25E5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系统从行程/对话/游记提取 Skill 草稿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238B1-8A61-4C0F-A8C3-6FC99D3D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8A460-74DD-41A9-990C-1E57366A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用户确认后发布到 Skill 广场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3CF5B-82BC-4D75-B2E2-947617FD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D1C2C-366F-4BE5-BE6A-F2FB9AEE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其他用户导入后生成个性化行程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5D5010-7A34-424B-9E75-D91685A3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19219-025D-4D93-9E36-5F312751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4/12</a:t>
            </a:r>
          </a:p>
        </p:txBody>
      </p:sp>
    </p:spTree>
    <p:extLst>
      <p:ext uri="{BB962C8B-B14F-4D97-AF65-F5344CB8AC3E}">
        <p14:creationId xmlns:p14="http://schemas.microsoft.com/office/powerpoint/2010/main" val="3823199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37B1CA-1FBD-46D8-9B55-5E0FDEF3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192A1-AE08-4591-89F8-D5ADF854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FD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F049A-0B5F-4922-8584-40C2E8AD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680CC-D228-4722-B0F2-DD53D36B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WORKBENCH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6C393-760B-4B6D-BA20-D74F918E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核心界面是行程工作台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35965-4D7E-4B4C-B4FC-097B953D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三栏布局：导航、画布、Agent 协作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221A8-5D58-43DB-8249-0FA884DE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00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6BE7F-71FD-4C1E-8B16-784F91A2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118B5-6E23-414F-B546-8C5E8DBC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38831-7CFC-4151-A8F1-0D77E4B7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左侧：功能入口和会话记录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D7F6C-24D7-41B4-946E-264B1DC2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C6EB2-B3EE-42E2-A313-95CBB9E2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中间：地图、日期导航、活动编辑器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171D4-D442-4614-ABD8-EFB51310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95F2C-0DF9-45D3-B944-DF732307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右侧：Agent 对话和 Skill 导入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5C24E-BCF6-4424-B4A0-643368F4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58200-DBA4-4838-9594-0D7EB787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普通用户默认不暴露复杂 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2EFBEC-2D66-4A88-A1A3-94ED3657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FD3B5-248A-489F-B1E7-664A011C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5/12</a:t>
            </a:r>
          </a:p>
        </p:txBody>
      </p:sp>
    </p:spTree>
    <p:extLst>
      <p:ext uri="{BB962C8B-B14F-4D97-AF65-F5344CB8AC3E}">
        <p14:creationId xmlns:p14="http://schemas.microsoft.com/office/powerpoint/2010/main" val="18953194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E20590-5AB6-4754-8D09-12054BE0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E7314-9C3D-4E78-B43E-BECD9121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B9746-DF3E-4D6F-AE08-5B73B759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22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92E81-8F14-4738-9C6A-E904C93C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7CE11-9111-481F-BD67-B53EBC7B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TypeScript 全栈 monorepo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E76BD-65A8-4B81-822F-F23A8800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共享领域模型让前后端一致处理行程和 Skill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ED7ED-3529-4E17-8A8D-F9FBA647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DEF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96A9F-F203-4ABA-B9B5-31114417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4604D-2A46-4257-9A08-0D525179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D417A-74F0-4230-B377-D58C664A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packages/shared：类型、行程、Skill、评估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7D1C3-6D50-4EDA-842B-953FB54D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DE06C-FB17-41C6-9F1B-CC0E6360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apps/api：Express + SQLite + Agent/Map 服务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0E243-530A-4765-894A-9A3B4AB3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E4D79-2814-483E-8340-40AE6370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apps/web：React + Vite + Tailwind + shadcn 风格组件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6D3F90-BFAD-4ED6-93BA-FDEA2576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1FE56-E8C6-4190-8324-6FFC143A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外部 API 有 mock fallback，保证答辩稳定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015A45-31B8-4F19-BE97-DD2EDB7A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E6A94-241A-4EDA-97FC-039F5668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6/12</a:t>
            </a:r>
          </a:p>
        </p:txBody>
      </p:sp>
    </p:spTree>
    <p:extLst>
      <p:ext uri="{BB962C8B-B14F-4D97-AF65-F5344CB8AC3E}">
        <p14:creationId xmlns:p14="http://schemas.microsoft.com/office/powerpoint/2010/main" val="6783200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DB9473-A024-4820-9AA6-9DE41427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EF10D-6859-473E-9B48-E94E7259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CDA3B-10D6-427C-8B3B-9EF9C717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A4D9D-541F-4940-8D41-3D8DC1C3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EE3B6-F523-47E6-BC79-A9B7A591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 Agent 调度子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D6374-5E7A-40CA-98EA-BC118B21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按天气、交通、景点、风格和规划隔离上下文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989E8-0634-4AB1-A1BA-266AAA85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00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078BF-C46E-43E1-981B-3DEBC1B2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6A734-FAC8-4654-BB9D-E24C072A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7436F-45FA-41DF-BEA5-D5C87673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MainAgent：理解目标并调度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89AB6-AD4A-4075-90A5-5FC7BCEC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1AE06-E0AC-463D-84B6-3ED27152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StyleAgent：融合 Skill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9B76A-EB61-4002-8AEC-F35D28CB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C2F8F-8851-4239-9940-8BEC39D6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Weather/Transport/Attraction：工具型子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18C4B-7AED-40FB-9874-5525BAC5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7F27B-643E-4DA6-B743-A7EFD5C1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PlannerAgent：生成结构化 patch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8C112E-4E27-41B6-8095-2B13074B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83C79-1621-4CD6-AA1F-34BCE635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CriticAgent：检查需求和手动保护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5248B-542F-4985-BEDD-381BBBA7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4299A1-B190-4FD9-B964-50049776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7/12</a:t>
            </a:r>
          </a:p>
        </p:txBody>
      </p:sp>
    </p:spTree>
    <p:extLst>
      <p:ext uri="{BB962C8B-B14F-4D97-AF65-F5344CB8AC3E}">
        <p14:creationId xmlns:p14="http://schemas.microsoft.com/office/powerpoint/2010/main" val="19462626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C77B46-127B-499F-A540-9AA8E843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024B5-0C92-4C75-B90D-815BF5CE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FD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118FE-2664-453C-AA03-CF7E66FC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22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DA537-CCD6-425E-BD55-C9FC6205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3D186-30FB-4053-98D4-86097C84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 使用标准 SKILL.md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8D931-2938-4905-AFE8-AD8682FC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遵循 skill-creator 格式，支持导入和提取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FDD55-3D97-4281-89A5-B2D50F61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DEF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A647C-8DCD-4974-BCEA-FD251242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93689-5607-4F7A-9C4C-91D8DEED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314A3-2FA7-4E51-8808-04991BEB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frontmatter 至少包含 name 和 description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995A0-5F2C-4FA4-83DD-9D9B6095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93CC0-B04F-4256-8520-D5FCEFEF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支持 references、assets、scripts 扩展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9C46C-8EAD-492B-A779-99A48E84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205C2-7AD6-4872-8920-FBF8AC12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提取结果默认 draft，必须用户确认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8A42A-B84E-4777-B12E-C22D1DE3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F8334-AE9D-40D7-BCB8-4BC6A812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 广场支持推荐、收藏、导入和发布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EA10F-48ED-43CF-B7A6-6142D08E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E1E69-8E75-4D26-B423-26A9D4C7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8/12</a:t>
            </a:r>
          </a:p>
        </p:txBody>
      </p:sp>
    </p:spTree>
    <p:extLst>
      <p:ext uri="{BB962C8B-B14F-4D97-AF65-F5344CB8AC3E}">
        <p14:creationId xmlns:p14="http://schemas.microsoft.com/office/powerpoint/2010/main" val="8604599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65C500-7274-43F1-A2E2-90151331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34308-CE11-45FC-B7F5-487611F2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83077-F313-49E6-A7D0-46A5F210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4E207-1C82-48A6-9BBB-06789B08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OPTIMIZATION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8DE50-BDD4-43A1-839B-255B83E5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关键优化：从回答文本到协作产物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C8020-D97D-4819-B3FD-D482CCF4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输出必须能被用户继续编辑和验证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CDDA2-F683-4810-B505-D59BB744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00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B0142-EAD6-4FA8-AEFD-168D5B53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A96FC-A4BF-41FF-AF32-E90C1983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A7BF4-8186-4BA1-945D-B43558F2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 patch 直接更新画布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71051-4549-4930-A156-E2945E5E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77EC3-5250-4612-8B7E-595EDE2D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diffItineraries 展示本轮改动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1CFE7-3662-4A96-8D8F-CD87076B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A5449-5806-4234-A19E-D79CFE44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lockedByUser 防止覆盖手动成果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ABF52-4714-472B-8CE4-D7FE9DBE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A4FB6-5BE0-475D-8698-EE946A80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记录子 Agent 和工具调用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653F56-146D-4258-BC6E-878CC0E3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88F998-8A46-4BB8-9110-AD3FEEB2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工具失败降级为可解释 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AE5037-321E-4D95-BE51-31CAB79C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11991-7111-4EEC-84F8-9E110495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9/12</a:t>
            </a:r>
          </a:p>
        </p:txBody>
      </p:sp>
    </p:spTree>
    <p:extLst>
      <p:ext uri="{BB962C8B-B14F-4D97-AF65-F5344CB8AC3E}">
        <p14:creationId xmlns:p14="http://schemas.microsoft.com/office/powerpoint/2010/main" val="45789279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952962-2036-4BB6-A546-1676ECFC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20751-6408-4978-81B4-655CB60A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D31CD-8A3F-41C5-86DF-415CB2D7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22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747D2-9877-4633-BEB2-752B84BE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3AC9D-9BA3-4759-8E90-78218911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评估数据集覆盖 7 类场景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87B19-3013-4D57-BAFD-D06597E3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Bad Case 与优化后结果可以量化对比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82E46-2796-42B0-A269-311DD8CC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DEF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7BF8F-F51D-4183-930B-B431F2C4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1BE14-E209-4A98-8D25-1287D0E2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53B4B-5524-43CB-9043-CBFB9BFA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普通行程生成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F2F67-04F2-4C3C-81CF-109BC9DA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B1711-D9BE-40E9-AED8-9EEEE30E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 融合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71E3A-3C19-446B-B2B4-CAA241C5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C2AF9-2187-45DF-8E5D-8831C75F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系统行程/外部游记提取 Skill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14B4D-DB59-4B80-BBE1-35502F0D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E083F-35D2-443A-84E0-0FC21EFA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手动修改后重规划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2A44FA-F387-42B1-8AE4-C2563557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DEC04-6DEA-4D8E-9B71-40953CE9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 脚本成功与失败 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29DF8-FE00-4D12-94AF-D45B3853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2A0C3-1F4C-4EA3-BE03-497288FE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10/12</a:t>
            </a:r>
          </a:p>
        </p:txBody>
      </p:sp>
    </p:spTree>
    <p:extLst>
      <p:ext uri="{BB962C8B-B14F-4D97-AF65-F5344CB8AC3E}">
        <p14:creationId xmlns:p14="http://schemas.microsoft.com/office/powerpoint/2010/main" val="14333117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993788-2083-4728-82AA-B894CE93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1221F-A7F2-4382-8AB2-D1C3436B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FD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30F96-2C01-4CAF-A752-33DADED1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DE86C-D273-4CF8-BE80-5889A805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4AEDA-11F5-4B37-AF8A-76E29CEB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代码可运行、可测试、可复现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F2B17-1255-4CB6-A0ED-6CF2CF81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自动化测试覆盖共享层、API 和前端核心路径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B1937-AFB8-4BCC-A7D7-90A5FFCF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00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EAA0F-972C-4DF5-9BDC-B8FB4051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4E2DE-8C48-4D53-85FA-67144880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5B5FC-2112-4C4A-A488-CE489FB4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npm test：18 个测试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221F4-1201-46CB-9171-12E72248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972DB-CF70-4780-9F28-C8ECDF9B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npm run typecheck：类型检查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5C27A-2AEC-4870-873B-A277EDE9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8A745-4E2B-4971-A447-C0D0D5E6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npm run build：生产构建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2BE73-B211-4D11-8152-CFB879D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8DDD4-39A1-4B0D-8C51-C072E4C3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浏览器验证：进入工作台 -&gt; 添加活动 -&gt; 导入 Skill -&gt; Agent 更新 -&gt; diff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FCD90-079B-4AF5-B20F-E0200FCB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B6329-0C34-4CB7-A064-E1A211D5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11/12</a:t>
            </a:r>
          </a:p>
        </p:txBody>
      </p:sp>
    </p:spTree>
    <p:extLst>
      <p:ext uri="{BB962C8B-B14F-4D97-AF65-F5344CB8AC3E}">
        <p14:creationId xmlns:p14="http://schemas.microsoft.com/office/powerpoint/2010/main" val="10753426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C6FF36-AB0E-4D83-9A52-D57AFA90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B876A-8A56-4775-97C2-833BD52C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FD741-E688-4356-9DA4-8DBDCD30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22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A422D-3329-4D41-943A-80C4293F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C9ABA-BF27-4AB3-A1F3-C4457A1B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产品化闭环落地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9655E-1BD6-4ABE-B430-330EE233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用户可手动规划，也可让 Agent 在画布上协作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A2886-44E2-4E8F-9382-82965C18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DEF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FBE77-3B23-4EA7-9CEC-BCD3F2E6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E235B-5889-49A9-9BDA-A57B8EFA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B597C-3ACB-4B2B-AEB6-441512AF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手动规划能力完整可用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F2906-BA41-4EFF-BA3F-14F0FFD0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EB7F3-6E03-4B86-9802-DE8A9B5E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能将 Skill 与真实需求融合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B71AF-2E8B-4A16-9F7C-327DF460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10477-5CD9-4C77-BA8D-56C6CE95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 可沉淀、分享、导入和复用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29D00-6EE7-4B55-AE97-C220BED9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FB074-2CE9-4A58-AB97-6E106944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优化过程有数据集、指标和 trace 支撑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1E9688-D75E-4B35-A345-19796AE3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25FCD7-35DC-4689-A1A0-05442EB5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12/12</a:t>
            </a:r>
          </a:p>
        </p:txBody>
      </p:sp>
    </p:spTree>
    <p:extLst>
      <p:ext uri="{BB962C8B-B14F-4D97-AF65-F5344CB8AC3E}">
        <p14:creationId xmlns:p14="http://schemas.microsoft.com/office/powerpoint/2010/main" val="9411249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2026-06-13T21:15:59.6150000Z</dcterms:created>
  <dcterms:modified xsi:type="dcterms:W3CDTF">2026-06-13T21:15:59.6150000Z</dcterms:modified>
</coreProperties>
</file>