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64d8208e7245e1" /><Relationship Type="http://schemas.openxmlformats.org/officeDocument/2006/relationships/extended-properties" Target="/docProps/app.xml" Id="R5666d4490386460c" /><Relationship Type="http://schemas.openxmlformats.org/officeDocument/2006/relationships/officeDocument" Target="/ppt/presentation.xml" Id="Rdfc9f3330e4f41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7fcf07feac4185"/>
  </p:sldMasterIdLst>
  <p:notesMasterIdLst>
    <p:notesMasterId xmlns:r="http://schemas.openxmlformats.org/officeDocument/2006/relationships" r:id="R1d62932e11994f0f"/>
  </p:notesMasterIdLst>
  <p:sldIdLst>
    <p:sldId xmlns:r="http://schemas.openxmlformats.org/officeDocument/2006/relationships" id="256" r:id="R309938085c2c4f76"/>
    <p:sldId xmlns:r="http://schemas.openxmlformats.org/officeDocument/2006/relationships" id="257" r:id="R4115ea226d884846"/>
    <p:sldId xmlns:r="http://schemas.openxmlformats.org/officeDocument/2006/relationships" id="258" r:id="R59d4167755ca4ac9"/>
    <p:sldId xmlns:r="http://schemas.openxmlformats.org/officeDocument/2006/relationships" id="259" r:id="R8ed5ae7ac4be4885"/>
    <p:sldId xmlns:r="http://schemas.openxmlformats.org/officeDocument/2006/relationships" id="260" r:id="Rac2ed29c9d1a4e76"/>
    <p:sldId xmlns:r="http://schemas.openxmlformats.org/officeDocument/2006/relationships" id="261" r:id="R31ee9d4b94194c36"/>
    <p:sldId xmlns:r="http://schemas.openxmlformats.org/officeDocument/2006/relationships" id="262" r:id="R261ca6534f3e4eda"/>
    <p:sldId xmlns:r="http://schemas.openxmlformats.org/officeDocument/2006/relationships" id="263" r:id="R26ddec0477234059"/>
    <p:sldId xmlns:r="http://schemas.openxmlformats.org/officeDocument/2006/relationships" id="264" r:id="R75579df06a564cf6"/>
    <p:sldId xmlns:r="http://schemas.openxmlformats.org/officeDocument/2006/relationships" id="265" r:id="R7ddcf547ba9c43a2"/>
    <p:sldId xmlns:r="http://schemas.openxmlformats.org/officeDocument/2006/relationships" id="266" r:id="R2283d6ff458247a8"/>
    <p:sldId xmlns:r="http://schemas.openxmlformats.org/officeDocument/2006/relationships" id="267" r:id="Rdd49cf6235654271"/>
    <p:sldId xmlns:r="http://schemas.openxmlformats.org/officeDocument/2006/relationships" id="268" r:id="R5000ced323514554"/>
    <p:sldId xmlns:r="http://schemas.openxmlformats.org/officeDocument/2006/relationships" id="269" r:id="R63f2cb433b6849a7"/>
    <p:sldId xmlns:r="http://schemas.openxmlformats.org/officeDocument/2006/relationships" id="270" r:id="R3f52b8b260ae468e"/>
    <p:sldId xmlns:r="http://schemas.openxmlformats.org/officeDocument/2006/relationships" id="271" r:id="R5703bad1e9bf43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c0ba291a7a4141" /><Relationship Type="http://schemas.openxmlformats.org/officeDocument/2006/relationships/slideMaster" Target="/ppt/slideMasters/slideMaster1.xml" Id="Rf97fcf07feac4185" /><Relationship Type="http://schemas.openxmlformats.org/officeDocument/2006/relationships/notesMaster" Target="/ppt/notesMasters/notesMaster1.xml" Id="R1d62932e11994f0f" /><Relationship Type="http://schemas.openxmlformats.org/officeDocument/2006/relationships/presProps" Target="/ppt/presProps.xml" Id="R0efd75736f024297" /><Relationship Type="http://schemas.openxmlformats.org/officeDocument/2006/relationships/tableStyles" Target="/ppt/tableStyles.xml" Id="Rb97d534325a3454a" /><Relationship Type="http://schemas.openxmlformats.org/officeDocument/2006/relationships/slide" Target="/ppt/slides/slide1.xml" Id="R309938085c2c4f76" /><Relationship Type="http://schemas.openxmlformats.org/officeDocument/2006/relationships/slide" Target="/ppt/slides/slide2.xml" Id="R4115ea226d884846" /><Relationship Type="http://schemas.openxmlformats.org/officeDocument/2006/relationships/slide" Target="/ppt/slides/slide3.xml" Id="R59d4167755ca4ac9" /><Relationship Type="http://schemas.openxmlformats.org/officeDocument/2006/relationships/slide" Target="/ppt/slides/slide4.xml" Id="R8ed5ae7ac4be4885" /><Relationship Type="http://schemas.openxmlformats.org/officeDocument/2006/relationships/slide" Target="/ppt/slides/slide5.xml" Id="Rac2ed29c9d1a4e76" /><Relationship Type="http://schemas.openxmlformats.org/officeDocument/2006/relationships/slide" Target="/ppt/slides/slide6.xml" Id="R31ee9d4b94194c36" /><Relationship Type="http://schemas.openxmlformats.org/officeDocument/2006/relationships/slide" Target="/ppt/slides/slide7.xml" Id="R261ca6534f3e4eda" /><Relationship Type="http://schemas.openxmlformats.org/officeDocument/2006/relationships/slide" Target="/ppt/slides/slide8.xml" Id="R26ddec0477234059" /><Relationship Type="http://schemas.openxmlformats.org/officeDocument/2006/relationships/slide" Target="/ppt/slides/slide9.xml" Id="R75579df06a564cf6" /><Relationship Type="http://schemas.openxmlformats.org/officeDocument/2006/relationships/slide" Target="/ppt/slides/slide10.xml" Id="R7ddcf547ba9c43a2" /><Relationship Type="http://schemas.openxmlformats.org/officeDocument/2006/relationships/slide" Target="/ppt/slides/slide11.xml" Id="R2283d6ff458247a8" /><Relationship Type="http://schemas.openxmlformats.org/officeDocument/2006/relationships/slide" Target="/ppt/slides/slide12.xml" Id="Rdd49cf6235654271" /><Relationship Type="http://schemas.openxmlformats.org/officeDocument/2006/relationships/slide" Target="/ppt/slides/slide13.xml" Id="R5000ced323514554" /><Relationship Type="http://schemas.openxmlformats.org/officeDocument/2006/relationships/slide" Target="/ppt/slides/slide14.xml" Id="R63f2cb433b6849a7" /><Relationship Type="http://schemas.openxmlformats.org/officeDocument/2006/relationships/slide" Target="/ppt/slides/slide15.xml" Id="R3f52b8b260ae468e" /><Relationship Type="http://schemas.openxmlformats.org/officeDocument/2006/relationships/slide" Target="/ppt/slides/slide16.xml" Id="R5703bad1e9bf43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eefb2474cc4c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9d3fe200394787" /><Relationship Type="http://schemas.openxmlformats.org/officeDocument/2006/relationships/notesMaster" Target="/ppt/notesMasters/notesMaster1.xml" Id="R174d93f8868d49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3745eaf06449dc" /><Relationship Type="http://schemas.openxmlformats.org/officeDocument/2006/relationships/notesMaster" Target="/ppt/notesMasters/notesMaster1.xml" Id="R62fce6f59dde4f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632614400d449a" /><Relationship Type="http://schemas.openxmlformats.org/officeDocument/2006/relationships/notesMaster" Target="/ppt/notesMasters/notesMaster1.xml" Id="Rf4854661cea643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cfdf72a1d243f8" /><Relationship Type="http://schemas.openxmlformats.org/officeDocument/2006/relationships/notesMaster" Target="/ppt/notesMasters/notesMaster1.xml" Id="R6cd5b676d8be42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50f8b28fb34314" /><Relationship Type="http://schemas.openxmlformats.org/officeDocument/2006/relationships/notesMaster" Target="/ppt/notesMasters/notesMaster1.xml" Id="R02a64b4b677c4b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3c2e08f1594f59" /><Relationship Type="http://schemas.openxmlformats.org/officeDocument/2006/relationships/notesMaster" Target="/ppt/notesMasters/notesMaster1.xml" Id="R0f6682ec300048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ee7365059440be" /><Relationship Type="http://schemas.openxmlformats.org/officeDocument/2006/relationships/notesMaster" Target="/ppt/notesMasters/notesMaster1.xml" Id="R215fa0651f0249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771b55b0004d26" /><Relationship Type="http://schemas.openxmlformats.org/officeDocument/2006/relationships/notesMaster" Target="/ppt/notesMasters/notesMaster1.xml" Id="R767ea2461bb24d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a1cca9f84d410f" /><Relationship Type="http://schemas.openxmlformats.org/officeDocument/2006/relationships/notesMaster" Target="/ppt/notesMasters/notesMaster1.xml" Id="R186e8e48537049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d764b462c14450" /><Relationship Type="http://schemas.openxmlformats.org/officeDocument/2006/relationships/notesMaster" Target="/ppt/notesMasters/notesMaster1.xml" Id="R7c954d30e5064a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125814d5894a89" /><Relationship Type="http://schemas.openxmlformats.org/officeDocument/2006/relationships/notesMaster" Target="/ppt/notesMasters/notesMaster1.xml" Id="Rccfc5b5b37854f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d5fac2f85c406d" /><Relationship Type="http://schemas.openxmlformats.org/officeDocument/2006/relationships/notesMaster" Target="/ppt/notesMasters/notesMaster1.xml" Id="R98f1503914274f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5a3c1a22354709" /><Relationship Type="http://schemas.openxmlformats.org/officeDocument/2006/relationships/notesMaster" Target="/ppt/notesMasters/notesMaster1.xml" Id="R7228fe54b8c146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d60fe4e5614682" /><Relationship Type="http://schemas.openxmlformats.org/officeDocument/2006/relationships/notesMaster" Target="/ppt/notesMasters/notesMaster1.xml" Id="R8c3fe5a4738449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361e92bff2481b" /><Relationship Type="http://schemas.openxmlformats.org/officeDocument/2006/relationships/notesMaster" Target="/ppt/notesMasters/notesMaster1.xml" Id="R28950b34574c40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5a7705f12f412c" /><Relationship Type="http://schemas.openxmlformats.org/officeDocument/2006/relationships/notesMaster" Target="/ppt/notesMasters/notesMaster1.xml" Id="R0480c892f89d46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b5e2bb50e4f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c90ad526e0477c" /><Relationship Type="http://schemas.openxmlformats.org/officeDocument/2006/relationships/slideLayout" Target="/ppt/slideLayouts/slideLayout1.xml" Id="R55a26ea03e2545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a26ea03e2545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61ff7f2f04ee0" /><Relationship Type="http://schemas.openxmlformats.org/officeDocument/2006/relationships/notesSlide" Target="/ppt/notesSlides/notesSlide1.xml" Id="R861f335eff3843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ea56b63b14950" /><Relationship Type="http://schemas.openxmlformats.org/officeDocument/2006/relationships/notesSlide" Target="/ppt/notesSlides/notesSlide2.xml" Id="Ra37a4c16c0614f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7616bd1b04dc3" /><Relationship Type="http://schemas.openxmlformats.org/officeDocument/2006/relationships/notesSlide" Target="/ppt/notesSlides/notesSlide3.xml" Id="Rff823b66728844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001a49a944409" /><Relationship Type="http://schemas.openxmlformats.org/officeDocument/2006/relationships/notesSlide" Target="/ppt/notesSlides/notesSlide4.xml" Id="Radda47624eb040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073f395a04b1d" /><Relationship Type="http://schemas.openxmlformats.org/officeDocument/2006/relationships/notesSlide" Target="/ppt/notesSlides/notesSlide5.xml" Id="Ra2ccda39859c4a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13f93455e4ece" /><Relationship Type="http://schemas.openxmlformats.org/officeDocument/2006/relationships/notesSlide" Target="/ppt/notesSlides/notesSlide6.xml" Id="R080bf410802342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bd1fc9fab4ae9" /><Relationship Type="http://schemas.openxmlformats.org/officeDocument/2006/relationships/notesSlide" Target="/ppt/notesSlides/notesSlide7.xml" Id="Rca4d8125790a48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76d60e4284736" /><Relationship Type="http://schemas.openxmlformats.org/officeDocument/2006/relationships/notesSlide" Target="/ppt/notesSlides/notesSlide8.xml" Id="R89b8c63b81bc4d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ce56dc58d46b8" /><Relationship Type="http://schemas.openxmlformats.org/officeDocument/2006/relationships/notesSlide" Target="/ppt/notesSlides/notesSlide9.xml" Id="R26f4e1096bc845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61be5059c456b" /><Relationship Type="http://schemas.openxmlformats.org/officeDocument/2006/relationships/notesSlide" Target="/ppt/notesSlides/notesSlide10.xml" Id="Ra3e02ae14d0249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bf452c23544f0" /><Relationship Type="http://schemas.openxmlformats.org/officeDocument/2006/relationships/notesSlide" Target="/ppt/notesSlides/notesSlide11.xml" Id="R5fd57416b9bb40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b9dbf4f2846c5" /><Relationship Type="http://schemas.openxmlformats.org/officeDocument/2006/relationships/notesSlide" Target="/ppt/notesSlides/notesSlide12.xml" Id="Rf0cfb8cdc14a4f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1a4d1be974ead" /><Relationship Type="http://schemas.openxmlformats.org/officeDocument/2006/relationships/notesSlide" Target="/ppt/notesSlides/notesSlide13.xml" Id="R9fdff3dabf2b48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bd68e2bbe4b10" /><Relationship Type="http://schemas.openxmlformats.org/officeDocument/2006/relationships/notesSlide" Target="/ppt/notesSlides/notesSlide14.xml" Id="R8ebda2feaa0d44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80285791e4293" /><Relationship Type="http://schemas.openxmlformats.org/officeDocument/2006/relationships/notesSlide" Target="/ppt/notesSlides/notesSlide15.xml" Id="R96bc2784a5504a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b7deb28d74c86" /><Relationship Type="http://schemas.openxmlformats.org/officeDocument/2006/relationships/notesSlide" Target="/ppt/notesSlides/notesSlide16.xml" Id="R5e4cabc88637416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E2078A-7551-4B97-BA6B-2CEBDFBD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70E33-9B9E-48EF-B0B7-E15150D0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BDB8F-834B-42A9-8833-EF437956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887F9-EE91-4659-9FC1-2E81CD9F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816C6-55F3-42DC-A6B3-D46D95ED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FC6F2-E638-4E59-BDED-5A9E64B9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旅行风格 Skill 分享平台与多 Agent 行程规划工作台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72F38-3F3F-451C-8077-4FEFA199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00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</a:t>
            </a:r>
          </a:p>
          <a:p xmlns:a="http://schemas.openxmlformats.org/drawingml/2006/main">
            <a:r>
              <a:t>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0196F-2760-4AEC-94E1-4A098F09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15599-A39A-4456-9B76-85552A00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2DFD3-62EB-4415-94FD-3A6CCA59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迭代三完整产物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9DA96-46CE-407E-A201-89236EF0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C69C8-BBFB-4D84-9BF5-EA1BF8AC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TypeScript 全栈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8AF45-3BD0-4FA8-9BA4-3517FAA6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999C2-14BC-4D32-B64F-8EF590DD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高德地图与路线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B078A-C738-4908-8982-DB69E573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359A3-70B9-43C7-8216-FE45D2F9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DeepSeek 工具调用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6B0B3-B770-4C9A-9EB7-268BEE63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9E306-9705-4231-B0A4-7B6F27D7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1/16</a:t>
            </a:r>
          </a:p>
        </p:txBody>
      </p:sp>
    </p:spTree>
    <p:extLst>
      <p:ext uri="{BB962C8B-B14F-4D97-AF65-F5344CB8AC3E}">
        <p14:creationId xmlns:p14="http://schemas.microsoft.com/office/powerpoint/2010/main" val="6905594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5BA24B-9099-444A-B922-583F9EE6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9EE8A-A65B-43F1-B38B-237411A0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FD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1D394-DFE9-42BF-89E2-336FB419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2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3C1BE-0842-4706-A6DF-4A9DE256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8931E-6F22-40DC-977C-229BFA74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 Agent Demo 到可运行产品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C63E2-0B9D-4FA0-B253-199A4772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对齐任务 PDF 的代码、文档、优化和答辩要求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FA28E-74BA-4413-A641-298304E6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DEF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2ACC2-6AF1-4A4B-B0E2-649F3F60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62581-188F-4DC8-9047-FC2FC4A3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FA1DD-1A8B-445E-AD66-CF7B0A25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完整可运行代码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73A5B-B446-4A06-844E-FDB89D81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55D88-0D2D-479A-9D41-09AEA3FF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需求分析、详细设计、会议记录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4C041-6966-4EEB-9942-6B611473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CF9BA-60D0-4B6A-BAE9-29F20C21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优化过程与评估数据集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5E295-9623-4AC4-8E96-D136CEB3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FEB06-EE06-4366-BFE0-1B9BB66E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 PPT 与演示路径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59EA1-0FF6-49CD-8471-C6591F50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739F4-494C-4455-A047-69AA7A9E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2/16</a:t>
            </a:r>
          </a:p>
        </p:txBody>
      </p:sp>
    </p:spTree>
    <p:extLst>
      <p:ext uri="{BB962C8B-B14F-4D97-AF65-F5344CB8AC3E}">
        <p14:creationId xmlns:p14="http://schemas.microsoft.com/office/powerpoint/2010/main" val="5042360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E873AB-7ECA-44D6-84D4-2441F1A2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3BDC2-02BD-4FA4-B84A-C0E143CC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2A4A5-3A4A-4DAD-9F7D-F7075E2A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D0957-2B72-488C-BEAF-E93AA27C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63244-30B6-42EE-8F84-8F74455C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旅行规划不是一段 Markdown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ACADE-3E41-4451-B282-29BCE87C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它包含日期、地点、路线、预算、交通和风格约束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85377-96D2-4950-BA14-B5C6D7C8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00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9DBE2-5399-4B60-9BFC-34DE0574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28CFF-2615-4280-8D92-F9EF6FD8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8FC77-B990-4B78-96EC-B8D144EB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用户需要继续手动调整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90475-D7CB-43FA-BFFE-A74D3B95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BDAD7-B4F8-427E-AD64-C65B8374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结果需要落到可编辑画布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38214-E144-4569-BE05-DC7A5C62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B3FCD-366A-4002-9D5A-85074ACF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风格偏好需要沉淀、分享和复用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1DAD0-70BF-4E40-8FE0-AB6A26BD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AE249-4339-48A0-B6E0-C2AB2134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3/16</a:t>
            </a:r>
          </a:p>
        </p:txBody>
      </p:sp>
    </p:spTree>
    <p:extLst>
      <p:ext uri="{BB962C8B-B14F-4D97-AF65-F5344CB8AC3E}">
        <p14:creationId xmlns:p14="http://schemas.microsoft.com/office/powerpoint/2010/main" val="14743218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40D0D2-2B67-4278-B5EB-DB39694D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3EBD7-E3CF-4538-B482-92EDFB9E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04D10-D89B-49D9-85BC-15EA2EC3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2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21189-B980-4B6F-9C51-F763CA5C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6946E-31B7-4F45-B35C-7E10A8D8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产品闭环围绕 Skill 沉淀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9E36A-FE71-42F2-87F8-77768D22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规划 -&gt; 提取 -&gt; 发布 -&gt; 导入 -&gt; 再规划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30FCD-7609-434C-A8D7-2599BAFB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DEF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AFDD6-ED73-4A1E-A96D-8AAFD9B0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F1BD6-776E-4814-93FB-18804A25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55979-9BD0-44BB-BDCA-DC1DCA0D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用户创建或修改行程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233BB-AC14-467B-B662-89701DBB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07BCF-4BF0-4061-AD31-01572986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系统从行程/对话/游记提取 Skill 草稿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BC847-75EA-406B-938D-8D554C6C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0335F-342F-428F-8005-3042C232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用户确认后发布到 Skill 广场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6673C-C286-4684-907B-A70BB5D8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FB4FA-9F43-4A66-9925-A5806B9B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其他用户导入后生成个性化行程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3C24C-C98D-4111-8302-414D789C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002FF-9B34-421B-950D-B7C6EFB6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4/16</a:t>
            </a:r>
          </a:p>
        </p:txBody>
      </p:sp>
    </p:spTree>
    <p:extLst>
      <p:ext uri="{BB962C8B-B14F-4D97-AF65-F5344CB8AC3E}">
        <p14:creationId xmlns:p14="http://schemas.microsoft.com/office/powerpoint/2010/main" val="3779004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DE9EB4-647B-4847-A61A-D3F1F3B4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1E879-0089-4491-8F16-EE99584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FD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0B123-4D6A-4FBB-B2F1-C2E3B95C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EE67D-039B-491E-B9AF-3EF940E4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WORKBENCH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7C357-1876-451E-9C7D-A4DD2DF7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核心界面是可编辑行程画布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8DAB3-D93A-4ABA-9A62-50512E7D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用户不依赖 Agent 也能完成完整规划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EABC9-BEE8-4813-9380-1FC2D40E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00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3AF82-E488-4488-B7DD-B1B97B2D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E1D14-770F-46D9-8443-1A97B088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8A5DB-61F8-49C2-9820-C2E09324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左侧：功能入口和行程记录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E5DCE-9B3C-403B-A109-3FDB97F8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4AE71-E136-4C5F-82E6-A62F5150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中间：地图、日期导航、活动与路线编辑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FD6BA-3AC3-414E-8331-FD48E88D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FBFEB-074C-40A7-AAF2-946EB9BE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右侧：旅行助手和风格选择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44BA0-2886-4344-9079-E6160021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861A8-EFEA-42E7-8F7B-12624C35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普通用户界面不暴露 trace 或工具名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A387D-486F-4B03-BE4E-38B5FFE5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01491-F472-426C-870F-035EB5E8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5/16</a:t>
            </a:r>
          </a:p>
        </p:txBody>
      </p:sp>
    </p:spTree>
    <p:extLst>
      <p:ext uri="{BB962C8B-B14F-4D97-AF65-F5344CB8AC3E}">
        <p14:creationId xmlns:p14="http://schemas.microsoft.com/office/powerpoint/2010/main" val="12363858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D1C9E9-1B51-4B98-8753-98B7D282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B6B1B-93EE-4561-93F4-6A907C59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134BE-15AC-4086-9E75-8F4510D0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2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10091-4B6C-4193-B4AC-6731CDC2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D650E-EC89-4618-AC75-9E60D948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手动规划闭环完整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4A581-DBB5-41FA-BBD6-9218BA69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活动、地点、路线、预算、同行人与备注都可直接编辑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B1F8A-8925-407A-8ABF-2C930580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DEF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7D34E-A5DE-4FF1-AE97-628D0AEF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3073D-1DCD-4357-B5A8-F5CCF4E7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7FEF5-3108-474D-9F3A-E84D26CE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新建行程时录入基础信息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84052-8204-4E9F-B608-324AEE09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88F07-0C23-490F-9045-D9890DD2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地图搜索结果可填入当前活动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453E1-F6F1-4309-BAA4-57E249D0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66AAE-4C8F-4D1D-B3AE-EB400941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活动支持拖拽排序和跨天移动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22EC9-7D86-40FE-AA24-730014E1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167E4-8D40-4918-9CAC-D6CDBE8A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路线支持规划、移除和手动校准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38AD5-2219-4009-9EFF-8F1BB4D3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C17EC-896F-4B85-85DD-11217CA1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6/16</a:t>
            </a:r>
          </a:p>
        </p:txBody>
      </p:sp>
    </p:spTree>
    <p:extLst>
      <p:ext uri="{BB962C8B-B14F-4D97-AF65-F5344CB8AC3E}">
        <p14:creationId xmlns:p14="http://schemas.microsoft.com/office/powerpoint/2010/main" val="9926819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FBFA8F-BF63-4159-8B8F-E245294F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1989D-1728-46E7-B4AF-1598DA46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A9EAC-692B-472E-9FDB-51F2B1F0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ED894-8726-4CB0-9A35-2D9E89BF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B85B4-BCB4-4A00-9334-0074518A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高德能力接入规划画布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4F1AC-B4B7-4C65-8DAA-B121CE8A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POI、天气和四类路线能力服务于同一份行程数据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E909E-7BAE-44E1-8EEC-EB457F11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00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25A55-310C-4139-B592-176C405C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B4881-07CE-42CF-B534-CDE18BFE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C457C-807B-4733-9EBE-24073C7F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 Service：POI、天气、步行、驾车、骑行、公交/地铁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3727C-8839-42DB-B737-EE3964E0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758B4-6D55-4D34-9E52-62EED569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JS API：地图渲染、标记和路线高亮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8270D-EDD5-4BCA-AC3C-8C3BD4D3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726FE-B667-40C0-8DF5-E0BD270F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路线步骤可在地图内逐段查看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05EDD-11AB-4855-9AF1-63798F1D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C91A7-BA4E-4A41-9640-467D27CA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失败时给出修复入口而不是空结果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38DDFB-3916-46D1-9F70-0D7C8143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4B60B-6306-4B48-AA31-B54A83BE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7/16</a:t>
            </a:r>
          </a:p>
        </p:txBody>
      </p:sp>
    </p:spTree>
    <p:extLst>
      <p:ext uri="{BB962C8B-B14F-4D97-AF65-F5344CB8AC3E}">
        <p14:creationId xmlns:p14="http://schemas.microsoft.com/office/powerpoint/2010/main" val="4984214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24D3C8-2B62-45C6-91FD-FA983FE8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5380F-C642-47C3-A26C-62DD896A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FD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83447-F285-4632-B6AD-9B9B4CA2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2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9D571-38A2-4804-AF50-FB7D0609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934A0-5162-4A16-9A16-06C1B348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TypeScript 全栈 monorepo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7D139-3417-4B54-8988-066DF346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共享领域模型让前后端一致处理行程和 Skill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E702F-EB91-4475-815D-2E9DED8F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DEF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21174-1EF0-4770-A850-24B34E04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559AD-12D2-4D8D-ABCF-0A0C05E0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FD4C5-329A-409E-A1B9-93844E66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packages/shared：类型、行程、Skill、评估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A0373-F9EF-4D78-9632-907CD72D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4C217-0F08-4EE8-96B0-D1F64BDC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apps/api：Express + SQLite + Agent/Map 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32E38-6558-4272-9FEC-E9FA92C7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CB30D-32A0-4028-85A2-DECA517B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apps/web：React + Vite + Tailwind + shadcn 风格组件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69B57-6B7A-47E7-9586-307CD5BC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12018-F558-45BE-A260-9A82740B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 SQLite 和本地存储保证 localhost 可运行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A7523-0AD3-4EF9-AD9F-D58D7E16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EDF7B-9DB2-4877-B245-6D88A5B3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8/16</a:t>
            </a:r>
          </a:p>
        </p:txBody>
      </p:sp>
    </p:spTree>
    <p:extLst>
      <p:ext uri="{BB962C8B-B14F-4D97-AF65-F5344CB8AC3E}">
        <p14:creationId xmlns:p14="http://schemas.microsoft.com/office/powerpoint/2010/main" val="19525492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935619-CB31-493E-B77B-581D2D2A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45F78-6A20-4F77-81A4-7F62839A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803E2-B69F-4D28-B2CD-4220D1F2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79297-AF97-4C11-B6CD-656D069B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CA660-27EF-4D10-B964-09B9C4FC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DeepSeek 工具调用驱动结构化修改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5B493-A836-4BDA-8D91-49FBFC35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模型只决定操作，服务端工具负责写入可靠数据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AD12D-80A9-453C-B6C2-623F40CE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00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9A3B6-84A0-449A-BA2E-4577BA73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70B3A-0463-4FF9-A262-722966F6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B5D1D-756A-4DED-8264-CA757CDB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add_place_activity：搜索真实 POI 后新增活动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7FFAC-1526-4A4A-9ED3-DB08A446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95190-E102-434F-8969-C5B607A4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update_activity_place：替换地点并保留活动槽位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AD275-4595-4833-9C19-B80EAFFE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90079-DCE3-4FE0-AF63-D7A05799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compare_transport_modes：比较多种交通方式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B2DD7-F807-45E2-8C09-96A92DC9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88A1F-D5B6-4AAA-9871-33F46D15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adjust_timing_conflict：修复路线晚到问题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9636B-816E-4F7F-A1F8-13E560B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16D21-C296-480D-AB8F-D89255BF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9/16</a:t>
            </a:r>
          </a:p>
        </p:txBody>
      </p:sp>
    </p:spTree>
    <p:extLst>
      <p:ext uri="{BB962C8B-B14F-4D97-AF65-F5344CB8AC3E}">
        <p14:creationId xmlns:p14="http://schemas.microsoft.com/office/powerpoint/2010/main" val="19139794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9CCA0F-8FA0-4492-9B7A-25C40042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C456C-E28B-4A18-BB55-07C7AB90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D54E4-5684-461B-9A5F-16038EA0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2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39D66-985E-4E33-885D-116C804D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ORCHESTRATION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513C2-D5ED-46E4-9878-2233ABC7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 Agent 调度子 Agent 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E7420-4F97-4CE8-925E-CF8520C7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评估后台保留可答辩的上下文隔离证据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94B8B-6ECD-413D-A3D8-1FCDA8B9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DEF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67AB9-B591-48A5-9936-84D36CFE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5484E-4044-4FE6-8006-EF2420F8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72921-105B-4B4D-9422-057B9E1B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MainAgent：理解目标并派发任务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71C81-2329-462D-97E9-D8807F7B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F875C-9D34-4E79-8930-3EC12924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StyleAgent：读取并融合 Skill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D65DF-7551-4391-8EDD-E9794F32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DB7A5-AFC9-4F5B-AC73-AA183DC2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Weather/Transport/Attraction：外部工具子任务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90706-BE93-4348-B93E-05A35F56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83930-790E-41E8-AD27-8825AF41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Planner/Critic：生成 patch 并检查可用性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12819-58AF-4DD2-914E-997DDC4A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545865-2702-40B0-A736-979E9694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10/16</a:t>
            </a:r>
          </a:p>
        </p:txBody>
      </p:sp>
    </p:spTree>
    <p:extLst>
      <p:ext uri="{BB962C8B-B14F-4D97-AF65-F5344CB8AC3E}">
        <p14:creationId xmlns:p14="http://schemas.microsoft.com/office/powerpoint/2010/main" val="12197887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A993EA-B0AF-4712-BF46-52927B87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05EDA-6DB1-48D2-9882-4D4FEB45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FD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9D0CD-E2EF-48A3-9D25-6D0702EC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77EAE-DFBC-405A-9AB6-D28B8E33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D96C7-7C71-4C78-B2DD-1C1A2A1E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 使用标准 SKILL.md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B2437-D633-4620-ADEE-7AC66792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遵循 skill-creator 格式，支持导入和提取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A59E1-95DC-4629-B1A1-FAB60D41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00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1F21D-313A-49D5-AB35-D26181AE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3E954-BE94-479A-8836-7D673E30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EC581-1F91-4F3A-AA2E-F99A221D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frontmatter 至少包含 name 和 description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E3FF1-685B-411E-8E58-AA200B43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77756-0FDB-477F-85D9-007CFB2C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从行程或对话沉淀旅行风格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5AB82-EC19-4586-A56D-DA730EE0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73C79-2C9E-4A22-B951-0DC1A6F1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提取结果默认 draft，必须用户确认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E7C92-8068-4B5D-BAC5-0B822A06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2A516-1A85-4416-AFA8-FAD2A2F7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 广场支持推荐、收藏、导入和发布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5C99C-1E85-4B9E-A950-43309AD6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B7801-9F99-4B77-A6A7-6CED5AF8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11/16</a:t>
            </a:r>
          </a:p>
        </p:txBody>
      </p:sp>
    </p:spTree>
    <p:extLst>
      <p:ext uri="{BB962C8B-B14F-4D97-AF65-F5344CB8AC3E}">
        <p14:creationId xmlns:p14="http://schemas.microsoft.com/office/powerpoint/2010/main" val="18437293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56F356-F0BE-43A3-B1D2-B04FB3FD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47035-1890-4674-91D4-6061B2A9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90901-8DBF-40B1-ACDE-1B334389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2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E9174-65CA-41A7-BC47-FDA01047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OPTIMIZATION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BE342-D8DE-4797-9CBF-9437624B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关键优化：从回答文本到协作产物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C84BD-4BFC-4AE1-A517-8DF9833D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输出必须能被用户继续编辑和验证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B75CF-49C6-49B4-A399-1C0593B2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DEF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1668E-3590-4076-AF81-5299D5A8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B424E-AF1F-4807-BAD6-8B5DE305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DB4DE-7AE3-4F3A-BCCB-0557BF8B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 patch 直接更新画布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CBB38-4B5B-4E16-8CB3-1377EA1B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2CF32-929A-4A51-AB79-2DD16FAA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本轮改动只出现在助手回复末尾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8F4AB-A3FD-490D-9E8C-9A1723AC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64B03-2C77-4B52-AF91-01B4694E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手动编辑不生成 Agent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EB1C8-FF24-41B1-A13C-99E97FD2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94F02-9A5B-44BB-BBC9-95F7921C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工具失败降级为可解释恢复路径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70AC8-8F6D-484F-8D20-82B41CF0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62C76-9A65-421B-98C3-CBDD2909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12/16</a:t>
            </a:r>
          </a:p>
        </p:txBody>
      </p:sp>
    </p:spTree>
    <p:extLst>
      <p:ext uri="{BB962C8B-B14F-4D97-AF65-F5344CB8AC3E}">
        <p14:creationId xmlns:p14="http://schemas.microsoft.com/office/powerpoint/2010/main" val="190699741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8792E9-EE42-436B-8969-1FD9C06E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2BA76-02BF-4000-B11E-D62C6B0A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CCD56-EB5D-4714-99A6-5E039431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5823A-52A1-4865-87DC-0CC93841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43A3B-5B32-4DD6-8A54-07B486BA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评估数据集覆盖 29 个 Bad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26231-ED93-475F-BBC6-2392201E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Bad Case 与优化后结果可以量化对比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C5348-585A-4A1D-8D88-7279E011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00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F8BF6-257C-473F-86E9-BFB15F4C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7AD26-CD1A-4CCC-BE16-B0091F4B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4545F-B23C-4D4F-AD31-83F2BFB5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 类场景：规划、Skill、手动保护、工具编排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4015A-1151-4A84-B31D-D67134EE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E4ECD-A484-4166-92C0-8D33D9C3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记录优化前错误输出和优化后结果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6E76B-AFF8-415F-8F6B-F492AE96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724E3-12E8-46BD-B5B8-397D2E22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新增交通比较、取消、路线冲突修复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A4E6D-4FCF-4D05-8BB0-6CB7AA33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99A4E-7276-46AC-8181-5A8CAF4B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支撑 Agent 优化文档和答辩复盘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477CE-63F8-4583-A9AF-F625106E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457D9-A980-4E18-9EC9-827E4889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13/16</a:t>
            </a:r>
          </a:p>
        </p:txBody>
      </p:sp>
    </p:spTree>
    <p:extLst>
      <p:ext uri="{BB962C8B-B14F-4D97-AF65-F5344CB8AC3E}">
        <p14:creationId xmlns:p14="http://schemas.microsoft.com/office/powerpoint/2010/main" val="7346218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5B637A-3CF7-46C1-AF1A-43ECB154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EDBE5-D3DC-417D-9BB9-1D3576B9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FD8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CB768-9185-4B7C-8AF1-75DF3C0B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2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BF855-F1EC-476E-9640-65F3BC3E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E2069-7900-4154-A91E-E2897EF0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代码可运行、可测试、可复现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0E87D-450A-4132-908C-298D7ADC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自动化测试覆盖共享层、API 和前端核心路径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A074F-466A-4D09-B40E-D0FD5A7D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DEF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B1156-C8A0-4640-88A6-1A6E51C1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029D2-E8B2-4E41-A169-E1B11B4B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19204-C94D-4F06-BA00-8927656E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188 个自动化测试覆盖共享层、API 和前端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2AFE2-2CD6-47A8-9BBC-E3D54FAC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93952-333A-4270-9DB7-660B7C15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npm run typecheck：类型检查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000D3-2377-453A-88DA-39155FFF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B4056-1D20-4242-956A-C3C75798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npm run build：生产构建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0536A-FEDB-4734-8EDF-9C262D02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9C3CA-3640-4B0D-8B7D-285B45D4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演示路径可在 localhost 复现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6C605-9AB4-4D85-AF77-46912A03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F2DB64-2A43-4DB9-84EB-2143AA3C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14/16</a:t>
            </a:r>
          </a:p>
        </p:txBody>
      </p:sp>
    </p:spTree>
    <p:extLst>
      <p:ext uri="{BB962C8B-B14F-4D97-AF65-F5344CB8AC3E}">
        <p14:creationId xmlns:p14="http://schemas.microsoft.com/office/powerpoint/2010/main" val="74290173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500E52-473A-4A4A-89FB-FD2DB6BC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9FEF5-3682-40DB-9C7D-43C9C160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69501-3319-4093-BB34-7F7CB83A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4FE43-20D0-48E3-AACF-547E29AE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2AD6C-EA18-4C1E-8FF7-B1C82C04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答辩演示路径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AF1EE-1192-480F-A977-91CFDBA5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用一条路线展示业务闭环和技术亮点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D9415-C507-470C-8A2D-B8879057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002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42FED-518D-4807-AE32-C57783C7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BC5B1-6EA8-44FA-A858-C688AAB4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42DA2-858C-4D10-9F52-6A9BCD75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进入工作台并手动补地点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359C2-3C39-4B39-91F4-4E068F18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38C1C-6398-4DB6-AB2A-6FF30118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导入或创作旅行风格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03FDF-4906-4921-8068-887F8691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A1AF1-F376-4A81-811A-90B1C775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让助手新增地点并补全路线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C8452-6FDF-44B6-9449-8A4BCA9B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EB7D5-CE86-4E7A-9B1D-1C77D125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查看画布更新、回复 diff 和评估后台证据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4A09D-F42D-41C7-906D-FA5D5FF5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E5779-25B6-4BE5-A430-966BF50E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15/16</a:t>
            </a:r>
          </a:p>
        </p:txBody>
      </p:sp>
    </p:spTree>
    <p:extLst>
      <p:ext uri="{BB962C8B-B14F-4D97-AF65-F5344CB8AC3E}">
        <p14:creationId xmlns:p14="http://schemas.microsoft.com/office/powerpoint/2010/main" val="50691486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3FE6E5-FC7E-4AAC-BD71-6A15228E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67310-E405-4F31-AFDE-F5AFB265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23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28037-2021-475D-8809-AE9464F1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92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A484D-9259-46C3-827A-8C0EBDA6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"/>
            <a:ext cx="17145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A83D5-5E26-4DB4-98BA-1C72C198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5810250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产品化闭环落地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006E6-F0EE-4905-85EC-9DDE84DD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905500" cy="361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用户可手动规划，也可让 Agent 在画布上协作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3CD0A-1FD0-4CB9-82B2-3D0B6099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0550"/>
            <a:ext cx="1695450" cy="1695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DEF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0CD6D-DFD9-4C80-AC78-581E6894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581150" cy="381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结构化行程画布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16AFB-3DDB-42D6-969F-5A70B6AE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B11A6-F1CE-4D87-BAED-6377F1D3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手动规划能力完整可用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96732-FB76-4880-B60C-E3467EC6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C7A95-CA3F-4C5C-B4F4-D9618FC4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7172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能将 Skill 与真实需求融合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EF6E3-96CE-4A25-9FD2-21FED252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9DD11-781E-4FC0-8B4E-10CC6F96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 可沉淀、分享、导入和复用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F79BF-437B-4F73-8926-C6D54886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0023"/>
          </a:solidFill>
          <a:ln xmlns:a="http://schemas.openxmlformats.org/drawingml/2006/main">
            <a:solidFill>
              <a:srgbClr val="E6002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9798B-4CB2-4F0C-8B23-ECB27181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5429250" cy="342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8D4C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优化过程有数据集、指标和 trace 支撑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68F19-1E55-40ED-A3C3-31DFF0A0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C"/>
          </a:solidFill>
          <a:ln xmlns:a="http://schemas.openxmlformats.org/drawingml/2006/main">
            <a:solidFill>
              <a:srgbClr val="D8D4C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8E765-1609-4731-A32C-A3B722DD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000500" cy="171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BF9"/>
          </a:solidFill>
          <a:ln xmlns:a="http://schemas.openxmlformats.org/drawingml/2006/main">
            <a:solidFill>
              <a:srgbClr val="FBFBF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Skill Agent / Iteration 3 / 16/16</a:t>
            </a:r>
          </a:p>
        </p:txBody>
      </p:sp>
    </p:spTree>
    <p:extLst>
      <p:ext uri="{BB962C8B-B14F-4D97-AF65-F5344CB8AC3E}">
        <p14:creationId xmlns:p14="http://schemas.microsoft.com/office/powerpoint/2010/main" val="1403390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2026-06-16T02:22:29.6350000Z</dcterms:created>
  <dcterms:modified xsi:type="dcterms:W3CDTF">2026-06-16T02:22:29.6350000Z</dcterms:modified>
</coreProperties>
</file>