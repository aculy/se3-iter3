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32af0959094abe" /><Relationship Type="http://schemas.openxmlformats.org/officeDocument/2006/relationships/extended-properties" Target="/docProps/app.xml" Id="R968013bfb78a4b18" /><Relationship Type="http://schemas.openxmlformats.org/officeDocument/2006/relationships/officeDocument" Target="/ppt/presentation.xml" Id="R34292f06e11f45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06e3a57ff84eff"/>
  </p:sldMasterIdLst>
  <p:notesMasterIdLst>
    <p:notesMasterId xmlns:r="http://schemas.openxmlformats.org/officeDocument/2006/relationships" r:id="R1362952744db4827"/>
  </p:notesMasterIdLst>
  <p:sldIdLst>
    <p:sldId xmlns:r="http://schemas.openxmlformats.org/officeDocument/2006/relationships" id="256" r:id="R58790ef3ce7e4530"/>
    <p:sldId xmlns:r="http://schemas.openxmlformats.org/officeDocument/2006/relationships" id="257" r:id="Ra17fa6a423b34ea1"/>
    <p:sldId xmlns:r="http://schemas.openxmlformats.org/officeDocument/2006/relationships" id="258" r:id="R88c28e3a03cf47a8"/>
    <p:sldId xmlns:r="http://schemas.openxmlformats.org/officeDocument/2006/relationships" id="259" r:id="Ra5360b7a7b284bc2"/>
    <p:sldId xmlns:r="http://schemas.openxmlformats.org/officeDocument/2006/relationships" id="260" r:id="R1e5c3db396c944a7"/>
    <p:sldId xmlns:r="http://schemas.openxmlformats.org/officeDocument/2006/relationships" id="261" r:id="R6cc7e115c69e4dde"/>
    <p:sldId xmlns:r="http://schemas.openxmlformats.org/officeDocument/2006/relationships" id="262" r:id="R996c124e7ece4008"/>
    <p:sldId xmlns:r="http://schemas.openxmlformats.org/officeDocument/2006/relationships" id="263" r:id="R87582fa8faf643a0"/>
    <p:sldId xmlns:r="http://schemas.openxmlformats.org/officeDocument/2006/relationships" id="264" r:id="R79d3d3d3b9224208"/>
    <p:sldId xmlns:r="http://schemas.openxmlformats.org/officeDocument/2006/relationships" id="265" r:id="Rf8c22bb1df58421c"/>
    <p:sldId xmlns:r="http://schemas.openxmlformats.org/officeDocument/2006/relationships" id="266" r:id="R6f36e166b02846db"/>
    <p:sldId xmlns:r="http://schemas.openxmlformats.org/officeDocument/2006/relationships" id="267" r:id="R3b0cee13b35d417c"/>
    <p:sldId xmlns:r="http://schemas.openxmlformats.org/officeDocument/2006/relationships" id="268" r:id="R198f280fd9f74c6c"/>
  </p:sldIdLst>
  <p:sldSz cx="15240000" cy="8572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027d3e348441ed" /><Relationship Type="http://schemas.openxmlformats.org/officeDocument/2006/relationships/slideMaster" Target="/ppt/slideMasters/slideMaster1.xml" Id="R5206e3a57ff84eff" /><Relationship Type="http://schemas.openxmlformats.org/officeDocument/2006/relationships/notesMaster" Target="/ppt/notesMasters/notesMaster1.xml" Id="R1362952744db4827" /><Relationship Type="http://schemas.openxmlformats.org/officeDocument/2006/relationships/presProps" Target="/ppt/presProps.xml" Id="Rc284edd697f844aa" /><Relationship Type="http://schemas.openxmlformats.org/officeDocument/2006/relationships/tableStyles" Target="/ppt/tableStyles.xml" Id="Ra76dd5b9384f430f" /><Relationship Type="http://schemas.openxmlformats.org/officeDocument/2006/relationships/slide" Target="/ppt/slides/slide1.xml" Id="R58790ef3ce7e4530" /><Relationship Type="http://schemas.openxmlformats.org/officeDocument/2006/relationships/slide" Target="/ppt/slides/slide2.xml" Id="Ra17fa6a423b34ea1" /><Relationship Type="http://schemas.openxmlformats.org/officeDocument/2006/relationships/slide" Target="/ppt/slides/slide3.xml" Id="R88c28e3a03cf47a8" /><Relationship Type="http://schemas.openxmlformats.org/officeDocument/2006/relationships/slide" Target="/ppt/slides/slide4.xml" Id="Ra5360b7a7b284bc2" /><Relationship Type="http://schemas.openxmlformats.org/officeDocument/2006/relationships/slide" Target="/ppt/slides/slide5.xml" Id="R1e5c3db396c944a7" /><Relationship Type="http://schemas.openxmlformats.org/officeDocument/2006/relationships/slide" Target="/ppt/slides/slide6.xml" Id="R6cc7e115c69e4dde" /><Relationship Type="http://schemas.openxmlformats.org/officeDocument/2006/relationships/slide" Target="/ppt/slides/slide7.xml" Id="R996c124e7ece4008" /><Relationship Type="http://schemas.openxmlformats.org/officeDocument/2006/relationships/slide" Target="/ppt/slides/slide8.xml" Id="R87582fa8faf643a0" /><Relationship Type="http://schemas.openxmlformats.org/officeDocument/2006/relationships/slide" Target="/ppt/slides/slide9.xml" Id="R79d3d3d3b9224208" /><Relationship Type="http://schemas.openxmlformats.org/officeDocument/2006/relationships/slide" Target="/ppt/slides/slide10.xml" Id="Rf8c22bb1df58421c" /><Relationship Type="http://schemas.openxmlformats.org/officeDocument/2006/relationships/slide" Target="/ppt/slides/slide11.xml" Id="R6f36e166b02846db" /><Relationship Type="http://schemas.openxmlformats.org/officeDocument/2006/relationships/slide" Target="/ppt/slides/slide12.xml" Id="R3b0cee13b35d417c" /><Relationship Type="http://schemas.openxmlformats.org/officeDocument/2006/relationships/slide" Target="/ppt/slides/slide13.xml" Id="R198f280fd9f74c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f3fc3085e5452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8e7e8bde1ce439d" /><Relationship Type="http://schemas.openxmlformats.org/officeDocument/2006/relationships/notesMaster" Target="/ppt/notesMasters/notesMaster1.xml" Id="R4a66e77ed26b44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d11367902f84de9" /><Relationship Type="http://schemas.openxmlformats.org/officeDocument/2006/relationships/notesMaster" Target="/ppt/notesMasters/notesMaster1.xml" Id="R9b90122ba3364d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c8175153a14b36" /><Relationship Type="http://schemas.openxmlformats.org/officeDocument/2006/relationships/notesMaster" Target="/ppt/notesMasters/notesMaster1.xml" Id="Redca4b3810af4a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2d054c9c6004c94" /><Relationship Type="http://schemas.openxmlformats.org/officeDocument/2006/relationships/notesMaster" Target="/ppt/notesMasters/notesMaster1.xml" Id="R45fa326ff37e41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8405f7170d4fbf" /><Relationship Type="http://schemas.openxmlformats.org/officeDocument/2006/relationships/notesMaster" Target="/ppt/notesMasters/notesMaster1.xml" Id="R185fac1574d94a1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b851a579a5d4a36" /><Relationship Type="http://schemas.openxmlformats.org/officeDocument/2006/relationships/notesMaster" Target="/ppt/notesMasters/notesMaster1.xml" Id="Rffa0f0014d1343f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53c7c9d5c154b4b" /><Relationship Type="http://schemas.openxmlformats.org/officeDocument/2006/relationships/notesMaster" Target="/ppt/notesMasters/notesMaster1.xml" Id="Rc18983ab25694b4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685817799b04033" /><Relationship Type="http://schemas.openxmlformats.org/officeDocument/2006/relationships/notesMaster" Target="/ppt/notesMasters/notesMaster1.xml" Id="R80ac02f7479c443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c70b66189284e48" /><Relationship Type="http://schemas.openxmlformats.org/officeDocument/2006/relationships/notesMaster" Target="/ppt/notesMasters/notesMaster1.xml" Id="R14c5ef4fd0c04ab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da95d4be5a54908" /><Relationship Type="http://schemas.openxmlformats.org/officeDocument/2006/relationships/notesMaster" Target="/ppt/notesMasters/notesMaster1.xml" Id="Rc3d49f482155490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d0befe55bdb4830" /><Relationship Type="http://schemas.openxmlformats.org/officeDocument/2006/relationships/notesMaster" Target="/ppt/notesMasters/notesMaster1.xml" Id="Rb02e4dd9b4b14f4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f7f5ef5562441e0" /><Relationship Type="http://schemas.openxmlformats.org/officeDocument/2006/relationships/notesMaster" Target="/ppt/notesMasters/notesMaster1.xml" Id="R380ccd6ba04e49f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1c5f304f8b34921" /><Relationship Type="http://schemas.openxmlformats.org/officeDocument/2006/relationships/notesMaster" Target="/ppt/notesMasters/notesMaster1.xml" Id="R19a5dff30ccc4f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各位老师好，我们本次展示的是 Journey Agent，一个面向自由行规划场景的 Agent 工作台。我们希望它不是一次性回答“去哪玩”，而是能持续承接真实旅行规划里的修改、取舍和经验复用。用户可以像聊天一样说需求，但最终拿到的不是一段静态建议，而是一份能继续修改的结构化行程。右侧截图展示了一次规划完成后的界面：地图、路线、行程画布和 Agent 的执行结果都在同一个工作台里。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在进入功能展示前，我先交代一下为什么选旅行规划这个场景。迭代二已经证明 Agent 可以完成基础工具调用和可视化，迭代三更关键的是把它放进一个有真实业务闭环的领域里。旅行规划刚好有这个特点：用户会不断改变日期、预算、同行人、路线和个人偏好，还会反复在景点、餐饮、交通之间取舍。所以我们的目标不是做一个“旅游问答助手”，而是把对话沉淀成可编辑、可追踪、可复用经验的旅行规划工作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有了这个目标之后，最先要解决的是“行程能不能被看清楚”。所以产品里把地图画布放在核心位置，地点分布、路线距离和当日范围都直接可见，用户不用在聊天文本、地图软件和表格之间来回对照。这里想强调的是，Agent 的输出不会停留在一段建议里，而是进入可以继续编辑的产品界面。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地图解决空间关系之后，下一步是把每天具体怎么走、什么时候做什么排清楚。Day 标签、活动卡片、时间段和交通衔接集中在同一个画布里，用户后续可以继续替换地点、调整顺序和修改节奏。系统最终维护的是结构化行程，聊天只是进入和修改它的入口。这样做的价值是，Agent 每一轮生成的结果都能落到明确的数据对象上，而不是只留在对话记录里。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在行程被改动的同时，我们也把 Agent 的执行过程保留下来。右侧面板记录了工具调用过程，可以看到它先搜索地点，再查询天气，最后规划交通路线；同一界面里还保留 Agent 给用户的总结和本轮改动。用户不只是看到答案，也能看到本轮 Agent 调用了什么工具、为什么产生这些行程变化。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把这些界面连起来，就是用户一次完整规划的流程。整体流程分四步：用户先用自然语言说旅行意图；Agent 调用地点、路线、天气和行程编辑工具，把这些意图转成结构化改动；用户在画布里确认、继续调整或导出；最后，稳定偏好写入记忆，有用的方法保存成 Skill。这样一次对话就不只是一次生成，而是会沉淀为行程、偏好和可复用的方法。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接下来进入背后的 Agent 执行逻辑。第一部分是执行链，Agent 运行时不会只让模型写一大段建议。它会先读取当前行程、已挂载的 Skill 和 saved memories，再用工具调用表达具体动作。工具结果先写进行程对象，随后生成 diff，让用户看到这一轮到底改了什么。运行过程也会留下 trace，之后恢复会话时还能查到当时调用了哪些工具。这是我们应对 AI 系统随机性的一种方式：让模型输出尽量通过工具、结构化数据和可追踪记录落地。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执行链解决的是一次请求如何落地，但旅行规划往往不是一轮完成的。规划聊久了，历史会越来越长，如果每次都把全部内容塞给模型，速度会慢，噪声也多。我们的做法是先做过滤：最近几轮保留原文，更早内容由 ConversationContextService 压缩成摘要，只留下已定安排、约束和待办。之后再用子代理隔离上下文，让处理历史、规划行程和处理交通的任务各自只接触必要信息，减少无关内容对本轮决策的干扰。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连续性在这里分成两层。会话连续性面向当前行程，解决的是“上一轮说的那一天”“刚才那个景点”“不要太赶”这类指代和约束能不能被正确继承。长期偏好面向后续规划，例如少换乘、亲子友好、雨天优先室内，通过 MemoryService 和 `/api/memories` 保存，并在偏好设置中集中管理。两者合在一起，让 Agent 不只是当前会话内连贯，也能把稳定偏好带到下一次规划。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长期记忆解决的是偏好复用，而 Skill 进一步解决的是方法和经验的复用，所以我们把它做成产品中的一等能力。用户可以从 Skill Plaza 复刻他人的成熟路线方法，也可以用 Skill Creator 把自己的偏好、限制和示例沉淀成规则。之后这些 Skill 会进入行程上下文，Agent 新增、替换或复盘安排时都能读取，不需要每次从空白 Prompt 重新描述。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Skill Plaza 是第一种入口。用户可以在广场里浏览已有旅行风格，把适合当前行程的 Skill 导入并挂载。挂载后，这些风格会进入当前行程上下文。后面 Agent 做规划、修改或解释时，都会参考它。所以 Skill 不是一张静态模板，而是会参与运行的领域经验。这样也让产品不只是个人工具，而有了旅行经验共享和复用的可能。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Skill Creator 是第二种入口，用来保存用户自己的经验。页面中间三张图依次展示来源材料、助手追问和挂载后 Agent 操作：用户先把旅行经验交给创作助手，系统通过追问补齐适用场景、规则和限制，保存后这份 Skill 会直接进入行程上下文。右侧的操作截图说明，Agent 后续搜索地点、查询天气和规划交通时，会按已挂载的旅行风格执行。这个功能对应的不是单次规划效果，而是把用户经验转成 Agent 后续可调用的能力。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最后总结一下，Journey Agent 的价值可以概括为三点：第一，它把旅行 Agent 做成了一个完整工作台，而不是功能拼凑；第二，它通过上下文压缩、长期记忆和 Skill 支持连续规划和经验复用；第三，它用工具调用、diff 和 trace 让结果更可检查、可修改。以上是系统设计和关键能力，下面我切到浏览器做实机演示，跑一遍从对话修改行程、查看执行记录，到再次使用偏好和 Skill 的完整流程。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2057ebbb1f49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89831c0fce1472a" /><Relationship Type="http://schemas.openxmlformats.org/officeDocument/2006/relationships/slideLayout" Target="/ppt/slideLayouts/slideLayout1.xml" Id="R8b8640d4b01d49e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8640d4b01d49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4c6c79cd884654" /><Relationship Type="http://schemas.openxmlformats.org/officeDocument/2006/relationships/image" Target="/ppt/media/image.jpeg" Id="R276929e392694069" /><Relationship Type="http://schemas.openxmlformats.org/officeDocument/2006/relationships/notesSlide" Target="/ppt/notesSlides/notesSlide1.xml" Id="Rebe139daeff8410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fb6d8c0b4b4b0f" /><Relationship Type="http://schemas.openxmlformats.org/officeDocument/2006/relationships/image" Target="/ppt/media/image2.jpeg" Id="Rb06febf6b2664950" /><Relationship Type="http://schemas.openxmlformats.org/officeDocument/2006/relationships/notesSlide" Target="/ppt/notesSlides/notesSlide2.xml" Id="Re20f9c188fa64c0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669ff043c0466c" /><Relationship Type="http://schemas.openxmlformats.org/officeDocument/2006/relationships/image" Target="/ppt/media/image3.jpeg" Id="Rf765aaaf5fde44cb" /><Relationship Type="http://schemas.openxmlformats.org/officeDocument/2006/relationships/notesSlide" Target="/ppt/notesSlides/notesSlide3.xml" Id="R5db1c6d2d28b47a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e4c7f71cc64278" /><Relationship Type="http://schemas.openxmlformats.org/officeDocument/2006/relationships/image" Target="/ppt/media/image4.jpeg" Id="Rdf7231fb82924d07" /><Relationship Type="http://schemas.openxmlformats.org/officeDocument/2006/relationships/notesSlide" Target="/ppt/notesSlides/notesSlide4.xml" Id="Rf3496f3f3df44b9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397661f91649f9" /><Relationship Type="http://schemas.openxmlformats.org/officeDocument/2006/relationships/image" Target="/ppt/media/image5.jpeg" Id="R1b35512245dc4315" /><Relationship Type="http://schemas.openxmlformats.org/officeDocument/2006/relationships/notesSlide" Target="/ppt/notesSlides/notesSlide5.xml" Id="Rdd8d27f3d8444b8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16ef97deee4a56" /><Relationship Type="http://schemas.openxmlformats.org/officeDocument/2006/relationships/image" Target="/ppt/media/image6.jpeg" Id="Ra25dafd2a6844843" /><Relationship Type="http://schemas.openxmlformats.org/officeDocument/2006/relationships/notesSlide" Target="/ppt/notesSlides/notesSlide6.xml" Id="R3fd2302ffae4440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b425cd18ed45ee" /><Relationship Type="http://schemas.openxmlformats.org/officeDocument/2006/relationships/image" Target="/ppt/media/image7.jpeg" Id="Rb8712cdcb1da4b75" /><Relationship Type="http://schemas.openxmlformats.org/officeDocument/2006/relationships/notesSlide" Target="/ppt/notesSlides/notesSlide7.xml" Id="R89d47ccfec0245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8254af2a1743b6" /><Relationship Type="http://schemas.openxmlformats.org/officeDocument/2006/relationships/image" Target="/ppt/media/image8.jpeg" Id="Rbe2bd6e82c1f4d50" /><Relationship Type="http://schemas.openxmlformats.org/officeDocument/2006/relationships/notesSlide" Target="/ppt/notesSlides/notesSlide8.xml" Id="R842686e4595c4dd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21691c25b74034" /><Relationship Type="http://schemas.openxmlformats.org/officeDocument/2006/relationships/image" Target="/ppt/media/image9.jpeg" Id="Rd0cd3e5ca1984912" /><Relationship Type="http://schemas.openxmlformats.org/officeDocument/2006/relationships/notesSlide" Target="/ppt/notesSlides/notesSlide9.xml" Id="R25ef4282d12742d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0cc4a79b5e40cc" /><Relationship Type="http://schemas.openxmlformats.org/officeDocument/2006/relationships/image" Target="/ppt/media/image10.jpeg" Id="R96f4501b4290432e" /><Relationship Type="http://schemas.openxmlformats.org/officeDocument/2006/relationships/notesSlide" Target="/ppt/notesSlides/notesSlide10.xml" Id="R1a5239eedaa347d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acb221075e4c81" /><Relationship Type="http://schemas.openxmlformats.org/officeDocument/2006/relationships/image" Target="/ppt/media/image11.jpeg" Id="R8efef3eda8664034" /><Relationship Type="http://schemas.openxmlformats.org/officeDocument/2006/relationships/notesSlide" Target="/ppt/notesSlides/notesSlide11.xml" Id="R238fbce9436d480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c767ae215d40c7" /><Relationship Type="http://schemas.openxmlformats.org/officeDocument/2006/relationships/image" Target="/ppt/media/image12.jpeg" Id="R71f6e85ef1c4437e" /><Relationship Type="http://schemas.openxmlformats.org/officeDocument/2006/relationships/notesSlide" Target="/ppt/notesSlides/notesSlide12.xml" Id="R053b1003933144c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319b2dd85b47bf" /><Relationship Type="http://schemas.openxmlformats.org/officeDocument/2006/relationships/image" Target="/ppt/media/image13.jpeg" Id="Rfb5caf32eddf410b" /><Relationship Type="http://schemas.openxmlformats.org/officeDocument/2006/relationships/notesSlide" Target="/ppt/notesSlides/notesSlide13.xml" Id="R1966708d65b246e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6929e39269406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B89DC64-564C-593D-A68E-FE10CDA0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348" y="5234609"/>
            <a:ext cx="5539409" cy="10071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C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A8CA742-B0FA-A9AD-0362-E4AC4593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992" y="2048256"/>
            <a:ext cx="5818765" cy="3557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C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3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6929e392694069"/>
          <a:srcRect xmlns:a="http://schemas.openxmlformats.org/drawingml/2006/main" l="4478" t="23576" r="60174" b="38438"/>
          <a:stretch xmlns:a="http://schemas.openxmlformats.org/drawingml/2006/main"/>
        </p:blipFill>
        <p:spPr>
          <a:xfrm xmlns:a="http://schemas.openxmlformats.org/drawingml/2006/main">
            <a:off x="984902" y="1326137"/>
            <a:ext cx="5387010" cy="3256418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9C3145D-68C2-E4D3-07BA-7C892AB2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206" y="5642171"/>
            <a:ext cx="6003235" cy="12311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chemeClr val="bg1"/>
                </a:solidFill>
              </a:rPr>
              <a:t>125 SEIII</a:t>
            </a:r>
          </a:p>
          <a:p xmlns:a="http://schemas.openxmlformats.org/drawingml/2006/main">
            <a:r>
              <a:rPr>
                <a:solidFill>
                  <a:schemeClr val="bg1"/>
                </a:solidFill>
              </a:rPr>
              <a:t>231880343 </a:t>
            </a:r>
            <a:r>
              <a:rPr>
                <a:solidFill>
                  <a:schemeClr val="bg1"/>
                </a:solidFill>
              </a:rPr>
              <a:t>罗抒怀</a:t>
            </a:r>
            <a:r>
              <a:rPr>
                <a:solidFill>
                  <a:schemeClr val="bg1"/>
                </a:solidFill>
              </a:rPr>
              <a:t>  231880290 </a:t>
            </a:r>
            <a:r>
              <a:rPr>
                <a:solidFill>
                  <a:schemeClr val="bg1"/>
                </a:solidFill>
              </a:rPr>
              <a:t>杨路加</a:t>
            </a:r>
          </a:p>
          <a:p xmlns:a="http://schemas.openxmlformats.org/drawingml/2006/main">
            <a:r>
              <a:rPr>
                <a:solidFill>
                  <a:schemeClr val="bg1"/>
                </a:solidFill>
              </a:rPr>
              <a:t>231880224 </a:t>
            </a:r>
            <a:r>
              <a:rPr>
                <a:solidFill>
                  <a:schemeClr val="bg1"/>
                </a:solidFill>
              </a:rPr>
              <a:t>李玄同</a:t>
            </a:r>
            <a:r>
              <a:rPr>
                <a:solidFill>
                  <a:schemeClr val="bg1"/>
                </a:solidFill>
              </a:rPr>
              <a:t>  231880046 </a:t>
            </a:r>
            <a:r>
              <a:rPr>
                <a:solidFill>
                  <a:schemeClr val="bg1"/>
                </a:solidFill>
              </a:rPr>
              <a:t>叶兆勋</a:t>
            </a:r>
          </a:p>
          <a:p xmlns:a="http://schemas.openxmlformats.org/drawingml/2006/main">
            <a:r>
              <a:rPr>
                <a:solidFill>
                  <a:schemeClr val="bg1"/>
                </a:solidFill>
              </a:rPr>
              <a:t>231880060 </a:t>
            </a:r>
            <a:r>
              <a:rPr>
                <a:solidFill>
                  <a:schemeClr val="bg1"/>
                </a:solidFill>
              </a:rPr>
              <a:t>郝家国</a:t>
            </a:r>
            <a:r>
              <a:rPr>
                <a:solidFill>
                  <a:schemeClr val="bg1"/>
                </a:solidFill>
              </a:rPr>
              <a:t>  231880219 </a:t>
            </a:r>
            <a:r>
              <a:rPr>
                <a:solidFill>
                  <a:schemeClr val="bg1"/>
                </a:solidFill>
              </a:rPr>
              <a:t>吴岸</a:t>
            </a:r>
          </a:p>
        </p:txBody>
      </p:sp>
    </p:spTree>
    <p:extLst>
      <p:ext uri="{BB962C8B-B14F-4D97-AF65-F5344CB8AC3E}">
        <p14:creationId xmlns:p14="http://schemas.microsoft.com/office/powerpoint/2010/main" val="12349773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6febf6b266495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0017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65aaaf5fde44c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4982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7231fb82924d0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4452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35512245dc431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7263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5dafd2a684484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0932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712cdcb1da4b7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4180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2bd6e82c1f4d5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5086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cd3e5ca198491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0320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40722AC-34BC-C14E-B186-521621683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10817" y="-145774"/>
            <a:ext cx="15650817" cy="7951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C4F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f4501b4290432e"/>
          <a:srcRect xmlns:a="http://schemas.openxmlformats.org/drawingml/2006/main" l="0" t="948" r="0" b="2608"/>
          <a:stretch xmlns:a="http://schemas.openxmlformats.org/drawingml/2006/main"/>
        </p:blipFill>
        <p:spPr>
          <a:xfrm xmlns:a="http://schemas.openxmlformats.org/drawingml/2006/main">
            <a:off x="0" y="304800"/>
            <a:ext cx="15240000" cy="8267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929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fef3eda866403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78964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f6e85ef1c4437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34035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5caf32eddf410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58B35FD-E654-AB14-949E-DD76E00A4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1426" y="6202017"/>
            <a:ext cx="6824870" cy="7156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C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715979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2026-06-19T19:07:14.9700000Z</dcterms:created>
  <dcterms:modified xsi:type="dcterms:W3CDTF">2026-06-19T19:07:14.9700000Z</dcterms:modified>
</coreProperties>
</file>